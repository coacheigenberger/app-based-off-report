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9144000" cy="6858000" type="screen4x3"/>
  <p:notesSz cx="6858000" cy="9144000"/>
  <p:custDataLst>
    <p:tags r:id="rId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3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tags" Target="tags/tag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1E543-08BF-36F3-E760-26DB9150852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496008" y="6126163"/>
            <a:ext cx="585469" cy="7318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708AC0-102D-044B-D46A-625B79DCABA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2523" y="6126162"/>
            <a:ext cx="585469" cy="7318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6723F-EB0F-23A6-7F09-B86760A0C4D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352100" y="6301764"/>
            <a:ext cx="6439799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chemeClr val="tx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Front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9370929"/>
              </p:ext>
            </p:extLst>
          </p:nvPr>
        </p:nvGraphicFramePr>
        <p:xfrm>
          <a:off x="254000" y="889000"/>
          <a:ext cx="5461000" cy="2970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0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68523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Front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Snaps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</a:rPr>
                        <a:t>Usage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70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42.7%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TITE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33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20.1%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404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15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9.1%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RNR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6.1%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G'S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6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3.7%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195EA9D6-5E40-987B-F088-3F7E0071716F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Blitz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909969"/>
              </p:ext>
            </p:extLst>
          </p:nvPr>
        </p:nvGraphicFramePr>
        <p:xfrm>
          <a:off x="433125" y="889000"/>
          <a:ext cx="8277750" cy="3001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5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2134">
                <a:tc>
                  <a:txBody>
                    <a:bodyPr/>
                    <a:lstStyle/>
                    <a:p>
                      <a:pPr algn="ctr"/>
                      <a:r>
                        <a:rPr sz="2000" b="1" dirty="0">
                          <a:solidFill>
                            <a:srgbClr val="FFFFFF"/>
                          </a:solidFill>
                        </a:rPr>
                        <a:t>Blitz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Snaps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Usage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Top Stunt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Stunt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SNAKE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19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11.6%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CRASH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63.2%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RAM X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SLANT WEAK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100.0%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RATTLE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SLANT STRONG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57.1%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COBRA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SLANT WEAK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28.6%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RAW X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4.3%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SLANT STRONG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BE0000"/>
                          </a:solidFill>
                        </a:rPr>
                        <a:t>100.0%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E4B97E2-E997-9D4C-E429-3EB02AFF4424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Coverage Tendencies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655622"/>
              </p:ext>
            </p:extLst>
          </p:nvPr>
        </p:nvGraphicFramePr>
        <p:xfrm>
          <a:off x="143123" y="889000"/>
          <a:ext cx="8658972" cy="30014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5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8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431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00329"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Overall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1st Down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2nd Down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3rd Down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</a:rPr>
                        <a:t>4th Down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42.1%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52.3%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34.5%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43.2%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41.5%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33.8%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47.3%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40.5%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71.4%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4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3.1%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7.3%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8.1%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5.5%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1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0.6%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1.5%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0.0%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3rd Down Tendencies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1A043-7276-1F8C-5CB7-5C67EC43B4ED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3999" y="889000"/>
          <a:ext cx="8420872" cy="1803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7844"/>
                <a:gridCol w="1178922"/>
                <a:gridCol w="4884106"/>
              </a:tblGrid>
              <a:tr h="2162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Total Plays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Top 5 Front/Stunt/Blitz/Coverage Calls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3rd &amp; 7+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1. TUFF / - / - / COVER 2 (5 | 26.3%)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2. TUFF / SLANT STRONG / RAW X / COVER 0 (2 | 10.5%)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3. TUFF / TANK / - / COVER 2 (2 | 10.5%)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4. TUFF / SLANT WEAK / - / COVER 2 (1 | 5.3%)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5. MINT / SLANT WEAK / RATTLE X / COVER 0 (1 | 5.3%)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3rd &amp; 3-6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1. TUFF / - / - / COVER 2 (2 | 18.2%)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2. 404 / SLANT WEAK / RAM X / COVER 0 (1 | 9.1%)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3. TUFF / SLANT WEAK / - / COVER 2 (1 | 9.1%)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4. TUFF / NAIL / - / COVER 2 (1 | 9.1%)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5. TITE / CRASH / WOLF X / COVER 2 (1 | 9.1%)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3rd &amp; 1-2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1. BASE / - / - / - (1 | 14.3%)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2. TUFF / SLANT WEAK / - / COVER 4 (1 | 14.3%)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3. 404 / SLANT WEAK / COBRA / GEEN (1 | 14.3%)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4. TUFF / SLANT STRONG / RAW X / COVER 0 (1 | 14.3%)</a:t>
                      </a:r>
                    </a:p>
                    <a:p>
                      <a:r>
                        <a:rPr sz="1200" b="0">
                          <a:solidFill>
                            <a:srgbClr val="000000"/>
                          </a:solidFill>
                        </a:rPr>
                        <a:t>5. TITE / CRASH / SNAKE / COVER 0 (1 | 14.3%)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Red Zone Tendencies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4000" y="533400"/>
            <a:ext cx="168026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3999" y="889000"/>
          <a:ext cx="8349310" cy="1740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7807"/>
                <a:gridCol w="1168903"/>
                <a:gridCol w="4842600"/>
              </a:tblGrid>
              <a:tr h="15262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Situation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Total Plays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Top 5 Front/Stunt/Blitz/Coverage Calls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High Red Zone (25-15)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0800" marR="508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1. TUFF / - / - / COVER 2 (2 | 18.2%)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2. 404 / CRASH / SNAKE / ORAGNE (1 | 9.1%)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3. 404 / - / - / COVER 0 (1 | 9.1%)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4. TUFF / - / - / - (1 | 9.1%)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5. - / - / - / - (1 | 9.1%)</a:t>
                      </a:r>
                    </a:p>
                  </a:txBody>
                  <a:tcPr marL="50800" marR="50800" marT="25400" marB="25400">
                    <a:solidFill>
                      <a:srgbClr val="F2F2F2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Red Zone (15-5)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0800" marR="508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1. TUFF / TANK / - / COVER 2 (2 | 28.6%)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2. 404 / CRASH / SNAKE / COVER 0 (1 | 14.3%)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3. 515 / - / - / COVER 2 (1 | 14.3%)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4. TITE / CRASH / WORM / COVER 0 (1 | 14.3%)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5. RNR / SLANT STRONG / COBRA / COVER 0 (1 | 14.3%)</a:t>
                      </a:r>
                    </a:p>
                  </a:txBody>
                  <a:tcPr marL="50800" marR="50800" marT="25400" marB="25400">
                    <a:solidFill>
                      <a:srgbClr val="F2F2F2"/>
                    </a:solidFill>
                  </a:tcPr>
                </a:tc>
              </a:tr>
              <a:tr h="5291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000000"/>
                          </a:solidFill>
                        </a:rPr>
                        <a:t>Goal Line (Inside the 5)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50800" marR="50800" marT="25400" marB="2540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1. TITE / SLANT WEAK / RAM X / COVER 0 (1 | 33.3%)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2. TUFF / SUB / - / COVER 0 (1 | 33.3%)</a:t>
                      </a:r>
                    </a:p>
                    <a:p>
                      <a:r>
                        <a:rPr sz="1400" b="0">
                          <a:solidFill>
                            <a:srgbClr val="000000"/>
                          </a:solidFill>
                        </a:rPr>
                        <a:t>3. BEAR / - / MOW / COVER 0 (1 | 33.3%)</a:t>
                      </a:r>
                    </a:p>
                  </a:txBody>
                  <a:tcPr marL="50800" marR="50800" marT="25400" marB="254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431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31800"/>
            <a:ext cx="9144000" cy="50800"/>
          </a:xfrm>
          <a:prstGeom prst="rect">
            <a:avLst/>
          </a:prstGeom>
          <a:solidFill>
            <a:srgbClr val="BE0000"/>
          </a:solidFill>
          <a:ln>
            <a:solidFill>
              <a:srgbClr val="BE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8600" y="50800"/>
            <a:ext cx="7239000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Formation Tendencies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574080"/>
              </p:ext>
            </p:extLst>
          </p:nvPr>
        </p:nvGraphicFramePr>
        <p:xfrm>
          <a:off x="254000" y="889000"/>
          <a:ext cx="8476532" cy="2970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91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91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4426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Formation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Front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Blitz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</a:rPr>
                        <a:t>Coverage %</a:t>
                      </a:r>
                    </a:p>
                  </a:txBody>
                  <a:tcPr marL="50800" marR="50800" marT="25400" marB="25400" anchor="ctr">
                    <a:solidFill>
                      <a:srgbClr val="BE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FLANK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(25.0%)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BE0000"/>
                          </a:solidFill>
                        </a:rPr>
                        <a:t>62.5%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0 (70.8%)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DEUCE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(43.5%)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34.8%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2 (43.5%)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DUO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(63.6%)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22.7%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COVER 2 (59.1%)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166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(57.9%)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42.1%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COVER 2 (52.6%)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17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FLIP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TUFF (46.7%)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</a:rPr>
                        <a:t>26.7%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00000"/>
                          </a:solidFill>
                        </a:rPr>
                        <a:t>COVER 2 (53.3%)</a:t>
                      </a:r>
                    </a:p>
                  </a:txBody>
                  <a:tcPr marL="50800" marR="50800" marT="25400" marB="25400"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6BB168D-1256-B5D3-8B0C-1DD42631F597}"/>
              </a:ext>
            </a:extLst>
          </p:cNvPr>
          <p:cNvSpPr txBox="1"/>
          <p:nvPr/>
        </p:nvSpPr>
        <p:spPr>
          <a:xfrm>
            <a:off x="254000" y="533400"/>
            <a:ext cx="1712328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</a:defRPr>
            </a:pPr>
            <a:r>
              <a:t>Opponent: River Falls    Date: 07/30/2026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USER.PQDPRESENTATIONID" val="a2db7404-ef63-458d-9189-ecb23f594b0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748</Words>
  <Application>Microsoft Office PowerPoint</Application>
  <PresentationFormat>On-screen Show (4:3)</PresentationFormat>
  <Paragraphs>158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Ryan Eigenberger</cp:lastModifiedBy>
  <cp:revision>4</cp:revision>
  <dcterms:created xsi:type="dcterms:W3CDTF">2013-01-27T09:14:16Z</dcterms:created>
  <dcterms:modified xsi:type="dcterms:W3CDTF">2026-07-30T02:51:26Z</dcterms:modified>
  <cp:category/>
</cp:coreProperties>
</file>