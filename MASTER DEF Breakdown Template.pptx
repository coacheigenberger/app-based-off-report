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</p:sldIdLst>
  <p:sldSz cx="9144000" cy="6858000" type="screen4x3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51E543-08BF-36F3-E760-26DB9150852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496008" y="6126163"/>
            <a:ext cx="585469" cy="7318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708AC0-102D-044B-D46A-625B79DCABA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62523" y="6126162"/>
            <a:ext cx="585469" cy="7318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06723F-EB0F-23A6-7F09-B86760A0C4D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352100" y="6301764"/>
            <a:ext cx="6439799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BE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Front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45881"/>
              </p:ext>
            </p:extLst>
          </p:nvPr>
        </p:nvGraphicFramePr>
        <p:xfrm>
          <a:off x="254000" y="889000"/>
          <a:ext cx="5461000" cy="30115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0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0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523">
                <a:tc>
                  <a:txBody>
                    <a:bodyPr/>
                    <a:lstStyle/>
                    <a:p>
                      <a:pPr algn="ctr"/>
                      <a:r>
                        <a:rPr dirty="0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>
                          <a:solidFill>
                            <a:srgbClr val="FFFFFF"/>
                          </a:solidFill>
                        </a:rPr>
                        <a:t>Usage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Top 5 Fronts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69000" y="889000"/>
            <a:ext cx="2921000" cy="3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Key Takeaways</a:t>
            </a:r>
          </a:p>
          <a:p>
            <a:pPr lvl="1">
              <a:defRPr sz="1200"/>
            </a:pPr>
            <a:r>
              <a:t>🔥 Highlight tendencies ≥60%</a:t>
            </a:r>
          </a:p>
          <a:p>
            <a:pPr lvl="1">
              <a:defRPr sz="1200"/>
            </a:pPr>
            <a:r>
              <a:t>⚠️ Pressure alerts</a:t>
            </a:r>
          </a:p>
          <a:p>
            <a:pPr lvl="1">
              <a:defRPr sz="1200"/>
            </a:pPr>
            <a:r>
              <a:t>🛑 Red zone notes</a:t>
            </a:r>
          </a:p>
          <a:p>
            <a:pPr lvl="1">
              <a:defRPr sz="1200"/>
            </a:pPr>
            <a:r>
              <a:t>AI-generated summary</a:t>
            </a:r>
          </a:p>
        </p:txBody>
      </p:sp>
      <p:sp>
        <p:nvSpPr>
          <p:cNvPr id="9" name="Oval 8"/>
          <p:cNvSpPr/>
          <p:nvPr/>
        </p:nvSpPr>
        <p:spPr>
          <a:xfrm>
            <a:off x="6350000" y="3175000"/>
            <a:ext cx="1905000" cy="1905000"/>
          </a:xfrm>
          <a:prstGeom prst="ellipse">
            <a:avLst/>
          </a:prstGeom>
          <a:noFill/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Pie Chart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5EA9D6-5E40-987B-F088-3F7E0071716F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rPr dirty="0"/>
              <a:t>Opponent: 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BE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Blitz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233692"/>
              </p:ext>
            </p:extLst>
          </p:nvPr>
        </p:nvGraphicFramePr>
        <p:xfrm>
          <a:off x="254000" y="889000"/>
          <a:ext cx="5461000" cy="3427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2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134">
                <a:tc>
                  <a:txBody>
                    <a:bodyPr/>
                    <a:lstStyle/>
                    <a:p>
                      <a:pPr algn="ctr"/>
                      <a:r>
                        <a:rPr dirty="0">
                          <a:solidFill>
                            <a:srgbClr val="FFFFFF"/>
                          </a:solidFill>
                        </a:rPr>
                        <a:t>Blitz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>
                          <a:solidFill>
                            <a:srgbClr val="FFFFFF"/>
                          </a:solidFill>
                        </a:rPr>
                        <a:t>Usage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>
                          <a:solidFill>
                            <a:srgbClr val="FFFFFF"/>
                          </a:solidFill>
                        </a:rPr>
                        <a:t>Top Stunt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>
                          <a:solidFill>
                            <a:srgbClr val="FFFFFF"/>
                          </a:solidFill>
                        </a:rPr>
                        <a:t>Stunt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Top 5 Blitzes (exclude blank blitzes)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400"/>
                        <a:t>Associated Stunts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69000" y="889000"/>
            <a:ext cx="2921000" cy="3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Key Takeaways</a:t>
            </a:r>
          </a:p>
          <a:p>
            <a:pPr lvl="1">
              <a:defRPr sz="1200"/>
            </a:pPr>
            <a:r>
              <a:t>🔥 Highlight tendencies ≥60%</a:t>
            </a:r>
          </a:p>
          <a:p>
            <a:pPr lvl="1">
              <a:defRPr sz="1200"/>
            </a:pPr>
            <a:r>
              <a:t>⚠️ Pressure alerts</a:t>
            </a:r>
          </a:p>
          <a:p>
            <a:pPr lvl="1">
              <a:defRPr sz="1200"/>
            </a:pPr>
            <a:r>
              <a:t>🛑 Red zone notes</a:t>
            </a:r>
          </a:p>
          <a:p>
            <a:pPr lvl="1">
              <a:defRPr sz="1200"/>
            </a:pPr>
            <a:r>
              <a:t>AI-generated summary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4B97E2-E997-9D4C-E429-3EB02AFF4424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rPr dirty="0"/>
              <a:t>Opponent: ____________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BE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Coverage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rPr dirty="0"/>
              <a:t>Opponent: 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076607"/>
              </p:ext>
            </p:extLst>
          </p:nvPr>
        </p:nvGraphicFramePr>
        <p:xfrm>
          <a:off x="143123" y="889000"/>
          <a:ext cx="5825873" cy="29201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0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09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09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09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329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Overall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1st Down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2nd Down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3rd Down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4th Down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Coverage by Down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69000" y="889000"/>
            <a:ext cx="2921000" cy="3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Key Takeaways</a:t>
            </a:r>
          </a:p>
          <a:p>
            <a:pPr lvl="1">
              <a:defRPr sz="1200"/>
            </a:pPr>
            <a:r>
              <a:t>🔥 Highlight tendencies ≥60%</a:t>
            </a:r>
          </a:p>
          <a:p>
            <a:pPr lvl="1">
              <a:defRPr sz="1200"/>
            </a:pPr>
            <a:r>
              <a:t>⚠️ Pressure alerts</a:t>
            </a:r>
          </a:p>
          <a:p>
            <a:pPr lvl="1">
              <a:defRPr sz="1200"/>
            </a:pPr>
            <a:r>
              <a:t>🛑 Red zone notes</a:t>
            </a:r>
          </a:p>
          <a:p>
            <a:pPr lvl="1">
              <a:defRPr sz="1200"/>
            </a:pPr>
            <a:r>
              <a:t>AI-generated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BE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3rd Down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014551"/>
              </p:ext>
            </p:extLst>
          </p:nvPr>
        </p:nvGraphicFramePr>
        <p:xfrm>
          <a:off x="254000" y="889000"/>
          <a:ext cx="5715000" cy="1861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23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FFFFFF"/>
                          </a:solidFill>
                        </a:rPr>
                        <a:t>Top 5 Front/Stunt/Blitz/Coverage Calls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r>
                        <a:rPr dirty="0"/>
                        <a:t>3rd &amp; </a:t>
                      </a:r>
                      <a:r>
                        <a:rPr lang="en-US" dirty="0"/>
                        <a:t>7+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r>
                        <a:rPr lang="en-US" baseline="30000" dirty="0"/>
                        <a:t>rd</a:t>
                      </a:r>
                      <a:r>
                        <a:rPr lang="en-US" dirty="0"/>
                        <a:t> &amp; 3-6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r>
                        <a:rPr lang="en-US" baseline="30000" dirty="0"/>
                        <a:t>rd</a:t>
                      </a:r>
                      <a:r>
                        <a:rPr lang="en-US" dirty="0"/>
                        <a:t> &amp; 1-2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72367" y="889000"/>
            <a:ext cx="2921000" cy="3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rPr dirty="0"/>
              <a:t>Key Takeaways</a:t>
            </a:r>
          </a:p>
          <a:p>
            <a:pPr lvl="1">
              <a:defRPr sz="1200"/>
            </a:pPr>
            <a:r>
              <a:rPr dirty="0"/>
              <a:t>🔥 Highlight tendencies ≥60%</a:t>
            </a:r>
          </a:p>
          <a:p>
            <a:pPr lvl="1">
              <a:defRPr sz="1200"/>
            </a:pPr>
            <a:r>
              <a:rPr dirty="0"/>
              <a:t>⚠️ Pressure alerts</a:t>
            </a:r>
          </a:p>
          <a:p>
            <a:pPr lvl="1">
              <a:defRPr sz="1200"/>
            </a:pPr>
            <a:r>
              <a:rPr dirty="0"/>
              <a:t>🛑 Red zone notes</a:t>
            </a:r>
          </a:p>
          <a:p>
            <a:pPr lvl="1">
              <a:defRPr sz="1200"/>
            </a:pPr>
            <a:r>
              <a:rPr dirty="0"/>
              <a:t>AI-generated summary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A1A043-7276-1F8C-5CB7-5C67EC43B4ED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rPr dirty="0"/>
              <a:t>Opponent: 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BE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Red Zone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6802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rPr dirty="0"/>
              <a:t>Opponent: 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399203"/>
              </p:ext>
            </p:extLst>
          </p:nvPr>
        </p:nvGraphicFramePr>
        <p:xfrm>
          <a:off x="254000" y="889000"/>
          <a:ext cx="5715000" cy="1861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52621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FFFFFF"/>
                          </a:solidFill>
                        </a:rPr>
                        <a:t>Top 5 Front/Stunt/Blitz/Coverage Calls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High Red Zone</a:t>
                      </a:r>
                      <a:r>
                        <a:rPr lang="en-US" sz="1200" dirty="0"/>
                        <a:t> (25-15)</a:t>
                      </a:r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Red Zone</a:t>
                      </a:r>
                      <a:r>
                        <a:rPr lang="en-US" sz="1200" dirty="0"/>
                        <a:t> (15-5)</a:t>
                      </a:r>
                      <a:endParaRPr sz="12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200" dirty="0"/>
                        <a:t>Goal Line</a:t>
                      </a:r>
                      <a:r>
                        <a:rPr lang="en-US" sz="1200" dirty="0"/>
                        <a:t> (Inside the 5)</a:t>
                      </a:r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2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69000" y="889000"/>
            <a:ext cx="2921000" cy="3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Key Takeaways</a:t>
            </a:r>
          </a:p>
          <a:p>
            <a:pPr lvl="1">
              <a:defRPr sz="1200"/>
            </a:pPr>
            <a:r>
              <a:t>🔥 Highlight tendencies ≥60%</a:t>
            </a:r>
          </a:p>
          <a:p>
            <a:pPr lvl="1">
              <a:defRPr sz="1200"/>
            </a:pPr>
            <a:r>
              <a:t>⚠️ Pressure alerts</a:t>
            </a:r>
          </a:p>
          <a:p>
            <a:pPr lvl="1">
              <a:defRPr sz="1200"/>
            </a:pPr>
            <a:r>
              <a:t>🛑 Red zone notes</a:t>
            </a:r>
          </a:p>
          <a:p>
            <a:pPr lvl="1">
              <a:defRPr sz="1200"/>
            </a:pPr>
            <a:r>
              <a:t>AI-generated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BE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Formation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888708"/>
              </p:ext>
            </p:extLst>
          </p:nvPr>
        </p:nvGraphicFramePr>
        <p:xfrm>
          <a:off x="254000" y="889000"/>
          <a:ext cx="5461000" cy="30115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5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4426">
                <a:tc>
                  <a:txBody>
                    <a:bodyPr/>
                    <a:lstStyle/>
                    <a:p>
                      <a:pPr algn="ctr"/>
                      <a:r>
                        <a:rPr dirty="0">
                          <a:solidFill>
                            <a:srgbClr val="FFFFFF"/>
                          </a:solidFill>
                        </a:rPr>
                        <a:t>Formation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>
                          <a:solidFill>
                            <a:srgbClr val="FFFFFF"/>
                          </a:solidFill>
                        </a:rPr>
                        <a:t>Front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>
                          <a:solidFill>
                            <a:srgbClr val="FFFFFF"/>
                          </a:solidFill>
                        </a:rPr>
                        <a:t>Blitz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dirty="0">
                          <a:solidFill>
                            <a:srgbClr val="FFFFFF"/>
                          </a:solidFill>
                        </a:rPr>
                        <a:t>Coverage %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400" dirty="0"/>
                        <a:t>Top Formations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400"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69000" y="889000"/>
            <a:ext cx="2921000" cy="31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Key Takeaways</a:t>
            </a:r>
          </a:p>
          <a:p>
            <a:pPr lvl="1">
              <a:defRPr sz="1200"/>
            </a:pPr>
            <a:r>
              <a:t>🔥 Highlight tendencies ≥60%</a:t>
            </a:r>
          </a:p>
          <a:p>
            <a:pPr lvl="1">
              <a:defRPr sz="1200"/>
            </a:pPr>
            <a:r>
              <a:t>⚠️ Pressure alerts</a:t>
            </a:r>
          </a:p>
          <a:p>
            <a:pPr lvl="1">
              <a:defRPr sz="1200"/>
            </a:pPr>
            <a:r>
              <a:t>🛑 Red zone notes</a:t>
            </a:r>
          </a:p>
          <a:p>
            <a:pPr lvl="1">
              <a:defRPr sz="1200"/>
            </a:pPr>
            <a:r>
              <a:t>AI-generated summary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BB168D-1256-B5D3-8B0C-1DD42631F597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rPr dirty="0"/>
              <a:t>Opponent: ____________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.PQDPRESENTATIONID" val="a2db7404-ef63-458d-9189-ecb23f594b0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234</Words>
  <Application>Microsoft Office PowerPoint</Application>
  <PresentationFormat>On-screen Show (4:3)</PresentationFormat>
  <Paragraphs>76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Ryan Eigenberger</cp:lastModifiedBy>
  <cp:revision>3</cp:revision>
  <dcterms:created xsi:type="dcterms:W3CDTF">2013-01-27T09:14:16Z</dcterms:created>
  <dcterms:modified xsi:type="dcterms:W3CDTF">2026-07-30T02:38:30Z</dcterms:modified>
  <cp:category/>
</cp:coreProperties>
</file>