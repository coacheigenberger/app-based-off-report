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1E543-08BF-36F3-E760-26DB9150852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6008" y="6126163"/>
            <a:ext cx="585469" cy="731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708AC0-102D-044B-D46A-625B79DCABA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523" y="6126162"/>
            <a:ext cx="585469" cy="73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6723F-EB0F-23A6-7F09-B86760A0C4D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52100" y="6301764"/>
            <a:ext cx="643979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B61409-0614-0623-9FBA-0D1CA0850A2E}"/>
              </a:ext>
            </a:extLst>
          </p:cNvPr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BD04D-37C2-ACDC-C4AB-5D874465F4BF}"/>
              </a:ext>
            </a:extLst>
          </p:cNvPr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50800"/>
            <a:ext cx="29552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chemeClr val="bg1"/>
                </a:solidFill>
                <a:latin typeface="Aptos"/>
              </a:rPr>
              <a:t>Opponent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" y="533400"/>
            <a:ext cx="260000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Opponent: River Falls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821032"/>
              </p:ext>
            </p:extLst>
          </p:nvPr>
        </p:nvGraphicFramePr>
        <p:xfrm>
          <a:off x="254000" y="889000"/>
          <a:ext cx="3300000" cy="4027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28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Statistic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Overall Record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Total Sacks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Total INTs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Total Fumble Recoveries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Last 5 Games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Avg.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666">
                <a:tc>
                  <a:txBody>
                    <a:bodyPr/>
                    <a:lstStyle/>
                    <a:p>
                      <a:r>
                        <a:t>One-Possession Games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672">
                <a:tc>
                  <a:txBody>
                    <a:bodyPr/>
                    <a:lstStyle/>
                    <a:p>
                      <a:r>
                        <a:t>Wins vs Winning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62161"/>
              </p:ext>
            </p:extLst>
          </p:nvPr>
        </p:nvGraphicFramePr>
        <p:xfrm>
          <a:off x="3800000" y="889000"/>
          <a:ext cx="5050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426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Game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Opponent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Record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W/L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076">
                <a:tc>
                  <a:txBody>
                    <a:bodyPr/>
                    <a:lstStyle/>
                    <a:p>
                      <a:pPr algn="ctr"/>
                      <a:r>
                        <a:t>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4000" y="6400000"/>
            <a:ext cx="4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ptos"/>
              </a:rPr>
              <a:t>Source: GoBound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Front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202644"/>
              </p:ext>
            </p:extLst>
          </p:nvPr>
        </p:nvGraphicFramePr>
        <p:xfrm>
          <a:off x="254000" y="889000"/>
          <a:ext cx="5461000" cy="297095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0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523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Front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Snaps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Usage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TUFF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42.7%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TITE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20.1%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404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RNR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G'S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95EA9D6-5E40-987B-F088-3F7E0071716F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Blitz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878256"/>
              </p:ext>
            </p:extLst>
          </p:nvPr>
        </p:nvGraphicFramePr>
        <p:xfrm>
          <a:off x="433125" y="889000"/>
          <a:ext cx="8277750" cy="300143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65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134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Blitz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Snaps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Usage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Top Stunt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Stunt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SNAKE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11.6%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CRASH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63.2%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RAM X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SLANT WEAK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100.0%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RATTLE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SLANT STRONG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57.1%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COBRA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SLANT WEAK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RAW X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SLANT STRONG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BE0000"/>
                          </a:solidFill>
                        </a:rPr>
                        <a:t>100.0%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4B97E2-E997-9D4C-E429-3EB02AFF4424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Coverage Tendencies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440972"/>
              </p:ext>
            </p:extLst>
          </p:nvPr>
        </p:nvGraphicFramePr>
        <p:xfrm>
          <a:off x="143123" y="889000"/>
          <a:ext cx="8658972" cy="300143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59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329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Overall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1st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2nd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3rd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4th Down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2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42.1%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52.3%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34.5%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43.2%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0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41.5%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47.3%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40.5%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71.4%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4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3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1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3rd Down Tendencies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1A043-7276-1F8C-5CB7-5C67EC43B4ED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3999" y="889000"/>
          <a:ext cx="8420873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2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51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Situation</a:t>
                      </a:r>
                    </a:p>
                  </a:txBody>
                  <a:tcPr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Total Plays</a:t>
                      </a:r>
                    </a:p>
                  </a:txBody>
                  <a:tcPr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Top 5 Front/Stunt/Blitz/Coverage Calls</a:t>
                      </a:r>
                    </a:p>
                  </a:txBody>
                  <a:tcPr>
                    <a:solidFill>
                      <a:srgbClr val="B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r>
                        <a:t>3rd &amp; 7+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r>
                        <a:t>3rd &amp; 3-6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180">
                <a:tc>
                  <a:txBody>
                    <a:bodyPr/>
                    <a:lstStyle/>
                    <a:p>
                      <a:r>
                        <a:t>3rd &amp; 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Red Zone Tendencies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533400"/>
            <a:ext cx="16802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3999" y="889000"/>
          <a:ext cx="834931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3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Situation</a:t>
                      </a:r>
                    </a:p>
                  </a:txBody>
                  <a:tcPr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Total Plays</a:t>
                      </a:r>
                    </a:p>
                  </a:txBody>
                  <a:tcPr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Top 5 Front/Stunt/Blitz/Coverage Calls</a:t>
                      </a:r>
                    </a:p>
                  </a:txBody>
                  <a:tcPr>
                    <a:solidFill>
                      <a:srgbClr val="B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t>High Red Zone (25-15)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t>Red Zone (15-5)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r>
                        <a:t>Goal Line (Inside the 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FF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Formation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449033"/>
              </p:ext>
            </p:extLst>
          </p:nvPr>
        </p:nvGraphicFramePr>
        <p:xfrm>
          <a:off x="254000" y="889000"/>
          <a:ext cx="8476532" cy="297095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11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426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Formation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Front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Blitz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Coverage 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FLANK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(25.0%)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BE0000"/>
                          </a:solidFill>
                        </a:rPr>
                        <a:t>62.5%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0 (70.8%)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DEUCE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(43.5%)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34.8%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2 (43.5%)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DUO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(63.6%)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COVER 2 (59.1%)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TRIO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(57.9%)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42.1%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2 (52.6%)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FLIP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(46.7%)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COVER 2 (53.3%)</a:t>
                      </a: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BB168D-1256-B5D3-8B0C-1DD42631F597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.PQDPRESENTATIONID" val="a2db7404-ef63-458d-9189-ecb23f594b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372</Words>
  <Application>Microsoft Office PowerPoint</Application>
  <PresentationFormat>On-screen Show (4:3)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Eigenberger</cp:lastModifiedBy>
  <cp:revision>7</cp:revision>
  <dcterms:created xsi:type="dcterms:W3CDTF">2013-01-27T09:14:16Z</dcterms:created>
  <dcterms:modified xsi:type="dcterms:W3CDTF">2026-07-30T23:48:00Z</dcterms:modified>
  <cp:category/>
</cp:coreProperties>
</file>