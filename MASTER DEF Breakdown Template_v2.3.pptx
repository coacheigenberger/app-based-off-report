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6858000" type="screen4x3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1E543-08BF-36F3-E760-26DB9150852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6008" y="6126163"/>
            <a:ext cx="585469" cy="731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708AC0-102D-044B-D46A-625B79DCABA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2523" y="6126162"/>
            <a:ext cx="585469" cy="73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06723F-EB0F-23A6-7F09-B86760A0C4D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352100" y="6301764"/>
            <a:ext cx="6439799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Front Tendencies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202644"/>
              </p:ext>
            </p:extLst>
          </p:nvPr>
        </p:nvGraphicFramePr>
        <p:xfrm>
          <a:off x="254000" y="889000"/>
          <a:ext cx="6355080" cy="297095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52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Front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Snaps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Usage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Blitz 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Top Blitz Call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95EA9D6-5E40-987B-F088-3F7E0071716F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00"/>
                </a:solidFill>
              </a:rPr>
              <a:t>Opponent: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Blitz Tendencies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878256"/>
              </p:ext>
            </p:extLst>
          </p:nvPr>
        </p:nvGraphicFramePr>
        <p:xfrm>
          <a:off x="433125" y="889000"/>
          <a:ext cx="8277750" cy="300143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65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134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Blitz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Snaps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Usage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Top Front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Top Stunt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E4B97E2-E997-9D4C-E429-3EB02AFF4424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00"/>
                </a:solidFill>
              </a:rPr>
              <a:t>Opponent: 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Coverage Tendencies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00"/>
                </a:solidFill>
              </a:rPr>
              <a:t>Opponent: ____________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440972"/>
              </p:ext>
            </p:extLst>
          </p:nvPr>
        </p:nvGraphicFramePr>
        <p:xfrm>
          <a:off x="143123" y="889000"/>
          <a:ext cx="8658972" cy="300143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595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3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329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Overall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1st Down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2nd Down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3rd Down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4th Down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3rd Down Tendencies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1A043-7276-1F8C-5CB7-5C67EC43B4ED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00"/>
                </a:solidFill>
              </a:rPr>
              <a:t>Opponent: ____________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3999" y="889000"/>
          <a:ext cx="8412477" cy="180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745"/>
                <a:gridCol w="925372"/>
                <a:gridCol w="1850745"/>
                <a:gridCol w="2439619"/>
                <a:gridCol w="1345996"/>
              </a:tblGrid>
              <a:tr h="216231">
                <a:tc>
                  <a:txBody>
                    <a:bodyPr/>
                    <a:lstStyle/>
                    <a:p>
                      <a:r>
                        <a:t>Situation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Total Plays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Fronts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Blitz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t>3rd &amp; 7+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t>3rd &amp; 3-6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t>3rd &amp; 1-2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Red Zone Tendencies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000" y="533400"/>
            <a:ext cx="168026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00"/>
                </a:solidFill>
              </a:rPr>
              <a:t>Opponent: ____________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3999" y="889000"/>
          <a:ext cx="8348468" cy="174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663"/>
                <a:gridCol w="918331"/>
                <a:gridCol w="1836663"/>
                <a:gridCol w="2421056"/>
                <a:gridCol w="1335755"/>
              </a:tblGrid>
              <a:tr h="152621">
                <a:tc>
                  <a:txBody>
                    <a:bodyPr/>
                    <a:lstStyle/>
                    <a:p>
                      <a:r>
                        <a:t>Situation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Total Plays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Fronts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Blitz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t>High Red Zone (25-15)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t>Red Zone (15-5)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t>Goal Line (Inside the 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Formation Tendencies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449033"/>
              </p:ext>
            </p:extLst>
          </p:nvPr>
        </p:nvGraphicFramePr>
        <p:xfrm>
          <a:off x="254000" y="889000"/>
          <a:ext cx="8476532" cy="297095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119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9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42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Formation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Front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Blitz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6BB168D-1256-B5D3-8B0C-1DD42631F597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00"/>
                </a:solidFill>
              </a:rPr>
              <a:t>Opponent: ____________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.PQDPRESENTATIONID" val="a2db7404-ef63-458d-9189-ecb23f594b0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748</Words>
  <Application>Microsoft Office PowerPoint</Application>
  <PresentationFormat>On-screen Show (4:3)</PresentationFormat>
  <Paragraphs>158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Ryan Eigenberger</cp:lastModifiedBy>
  <cp:revision>5</cp:revision>
  <dcterms:created xsi:type="dcterms:W3CDTF">2013-01-27T09:14:16Z</dcterms:created>
  <dcterms:modified xsi:type="dcterms:W3CDTF">2026-07-30T11:11:13Z</dcterms:modified>
  <cp:category/>
</cp:coreProperties>
</file>